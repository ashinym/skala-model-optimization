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c2f73fba045e3" /><Relationship Type="http://schemas.openxmlformats.org/officeDocument/2006/relationships/extended-properties" Target="/docProps/app.xml" Id="R7b5076149e104fcb" /><Relationship Type="http://schemas.openxmlformats.org/officeDocument/2006/relationships/officeDocument" Target="/ppt/presentation.xml" Id="R8700abb255f5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8307f71d08471d"/>
  </p:sldMasterIdLst>
  <p:notesMasterIdLst>
    <p:notesMasterId xmlns:r="http://schemas.openxmlformats.org/officeDocument/2006/relationships" r:id="R9f3f9c7876314b98"/>
  </p:notesMasterIdLst>
  <p:sldIdLst>
    <p:sldId xmlns:r="http://schemas.openxmlformats.org/officeDocument/2006/relationships" id="256" r:id="Rdf204bd293b045a2"/>
    <p:sldId xmlns:r="http://schemas.openxmlformats.org/officeDocument/2006/relationships" id="257" r:id="Rcfdfd00f753a42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497aad2ad4377" /><Relationship Type="http://schemas.openxmlformats.org/officeDocument/2006/relationships/slideMaster" Target="/ppt/slideMasters/slideMaster1.xml" Id="R218307f71d08471d" /><Relationship Type="http://schemas.openxmlformats.org/officeDocument/2006/relationships/notesMaster" Target="/ppt/notesMasters/notesMaster1.xml" Id="R9f3f9c7876314b98" /><Relationship Type="http://schemas.openxmlformats.org/officeDocument/2006/relationships/presProps" Target="/ppt/presProps.xml" Id="R83f316f2be8a4331" /><Relationship Type="http://schemas.openxmlformats.org/officeDocument/2006/relationships/tableStyles" Target="/ppt/tableStyles.xml" Id="R090234a8dbae4597" /><Relationship Type="http://schemas.openxmlformats.org/officeDocument/2006/relationships/slide" Target="/ppt/slides/slide1.xml" Id="Rdf204bd293b045a2" /><Relationship Type="http://schemas.openxmlformats.org/officeDocument/2006/relationships/slide" Target="/ppt/slides/slide2.xml" Id="Rcfdfd00f753a42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b947098cc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23fc9553c64dfd" /><Relationship Type="http://schemas.openxmlformats.org/officeDocument/2006/relationships/notesMaster" Target="/ppt/notesMasters/notesMaster1.xml" Id="R73a89143670f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79d8b322614099" /><Relationship Type="http://schemas.openxmlformats.org/officeDocument/2006/relationships/notesMaster" Target="/ppt/notesMasters/notesMaster1.xml" Id="R844777a1ee1a49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리스트는 사용자가 제시한 의문과 과제에서 자연스럽게 나올 질문을 반영했습니다.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발표에서는 모든 세부 코드를 설명하기보다, 각 셀의 역할과 결과를 중심으로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a275be37a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1e1b7bf77941a1" /><Relationship Type="http://schemas.openxmlformats.org/officeDocument/2006/relationships/slideLayout" Target="/ppt/slideLayouts/slideLayout1.xml" Id="R887a1c19f9c844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7a1c19f9c844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aa62d26564b18" /><Relationship Type="http://schemas.openxmlformats.org/officeDocument/2006/relationships/notesSlide" Target="/ppt/notesSlides/notesSlide1.xml" Id="Rbb2f403bebc94a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4ae4f8b4d4afb" /><Relationship Type="http://schemas.openxmlformats.org/officeDocument/2006/relationships/notesSlide" Target="/ppt/notesSlides/notesSlide2.xml" Id="Rcd9e19e594d74b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48316-3690-4E7F-A0C8-69CD4EEE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9. 예상 질문과 답변 (1)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2838B-BE0E-48E5-A08F-CB4304E6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발표 중 자주 나올 수 있는 핵심 질문을 미리 정리했습니다.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01D9F-F99D-4E00-81F4-AB0AE2C5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왜 Accuracy가 아니라 AUC를 봤나요?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9AB1C-8644-4004-A7AA-EFC9C973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이탈 고객 비율이 낮아 다수 클래스만 예측해도 Accuracy가 높을 수 있습니다. AUC는 전체 확률 순위화 성능을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8BCFA-6783-4B3E-BE79-E08A9E5B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왜 XGBoost만 정답이 아닌가요?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F19FB-EF06-4286-98F3-B5929732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데이터와 목적에 따라 RF, CatBoost, LightGBM, 앙상블이 더 좋을 수 있습니다. 이번에는 평균 AUC와 Validation Lift를 기준으로 선택했습니다.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CE6F7-4DF9-4849-BC5D-4A181B91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마케팅적으로 약점을 가릴 수 있나요?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83B3F-BF32-4887-9E29-9DBCB2FC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약점을 숨기는 것이 아니라 Threshold, SHAP, 재학습, Drift 모니터링으로 관리합니다.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72488-44C2-4537-932E-412030D6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Test Lift가 RF가 더 높은데 왜 XGBoost인가요?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ABA25-C854-4779-BD56-D3377B78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Test를 보고 사후 선택하지 않고 Validation 중심으로 선택했습니다. XGBoost의 평균 AUC가 가장 높았습니다.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E1A21-2245-45D2-B6F1-029833C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C8E01-B723-49C0-BCCA-0320D14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97277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F68AE-7AC2-4BF6-83CB-7DE8E9E7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10. 예상 질문과 답변 (2)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86833-0AE4-44A3-A1A7-5E9DECAB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실험 설계와 운영 관점의 추가 질문입니다.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6661F-5A71-4698-9478-99F82AC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Feature Engineering은 왜 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5A100-386D-47E4-B00C-0E53BB5E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날짜 자체보다 계좌 보유 기간처럼 고객 관계를 나타내는 변수가 이탈 분석에 더 의미 있다고 판단했습니다.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BA842-1D36-4C02-930C-C5825AE5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2407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Scaling은 꼭 필요한가요?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5D304-921E-4BEA-85D4-11DB5885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Random Forest와 XGBoost에는 필수는 아니지만, 전처리 일관성과 다른 모델 비교를 위해 Pipeline에 포함했습니다.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071D4-D673-4827-BC8A-D68F5881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Bayesian/Grid/Random Search 차이는?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5B243-9BFF-4B29-9E2F-C283EF5B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56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Grid는 모든 조합, Random은 무작위 조합, Bayesian은 이전 탐색 결과를 활용해 유망한 조합을 찾습니다.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FEE41-76AB-41FB-93AF-0505F7AD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9572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모델 운영 후 성능이 떨어지면?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370E6-0488-4FE7-8B7F-E2602347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81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입력 분포(Data Drift), 예측 분포(Prediction Drift), 관계 변화(Concept Drift)를 구분하고 재학습·Threshold 조정·전체 재구축을 선택합니다.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4EABD-F551-4131-B0FF-7877AFA1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815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Q. 코드를 왜 같이 제출하나요?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E037E-0D2C-4954-BBB0-77392F3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67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088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A. 동일한 분할, 전처리, 파라미터로 결과를 다시 만들 수 있도록 재현성을 확보하기 위해서입니다.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32F14-DF39-4E84-A1FB-3F61748D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62529-93DF-4F12-A175-5B6C4F7E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7644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2026-09-11T06:25:39.1790000Z</dcterms:created>
  <dcterms:modified xsi:type="dcterms:W3CDTF">2026-09-11T06:25:39.1790000Z</dcterms:modified>
</coreProperties>
</file>